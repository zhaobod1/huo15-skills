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spc="70">
                <a:solidFill>
                  <a:srgbClr val="9FAE8B"/>
                </a:solidFill>
                <a:latin typeface="PingFang SC"/>
              </a:rPr>
              <a:t>生活博主 · 笔记 #47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26" b="1" spc="130">
                <a:solidFill>
                  <a:srgbClr val="3E2E1F"/>
                </a:solidFill>
                <a:latin typeface="Noto Serif SC"/>
              </a:rPr>
              <a:t>关于做幻灯片这件小事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57815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spc="32">
                <a:solidFill>
                  <a:srgbClr val="8B6F47"/>
                </a:solidFill>
                <a:latin typeface="Noto Serif SC"/>
              </a:rPr>
              <a:t>写给刚入行的运营小伙伴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3A28A"/>
                </a:solidFill>
                <a:latin typeface="PingFang SC"/>
              </a:rPr>
              <a:t>@小路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9FAE8B"/>
                </a:solidFill>
                <a:latin typeface="Noto Serif SC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0030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spc="32">
                <a:solidFill>
                  <a:srgbClr val="3E2E1F"/>
                </a:solidFill>
                <a:latin typeface="Noto Serif SC"/>
              </a:rPr>
              <a:t>好的 PPT 不是塞满了内容，而是留出了呼吸。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349240"/>
            <a:ext cx="457200" cy="18288"/>
          </a:xfrm>
          <a:prstGeom prst="rect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E2E1F"/>
                </a:solidFill>
                <a:latin typeface="Noto Serif SC"/>
              </a:rPr>
              <a:t>— 小路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978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3A28A"/>
                </a:solidFill>
                <a:latin typeface="PingFang SC"/>
              </a:rPr>
              <a:t>内容设计师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8">
                <a:solidFill>
                  <a:srgbClr val="9FAE8B"/>
                </a:solidFill>
                <a:latin typeface="PingFang SC"/>
              </a:rPr>
              <a:t>3 Years of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3152" cy="502920"/>
          </a:xfrm>
          <a:prstGeom prst="rect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6801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spc="32">
                <a:solidFill>
                  <a:srgbClr val="3E2E1F"/>
                </a:solidFill>
                <a:latin typeface="Noto Serif SC"/>
              </a:rPr>
              <a:t>我用了 3 年才明白的事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08792" cy="7315"/>
          </a:xfrm>
          <a:prstGeom prst="rect">
            <a:avLst/>
          </a:prstGeom>
          <a:solidFill>
            <a:srgbClr val="F0E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F7F0"/>
                </a:solidFill>
                <a:latin typeface="Noto Serif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10314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spc="18">
                <a:solidFill>
                  <a:srgbClr val="3E2E1F"/>
                </a:solidFill>
                <a:latin typeface="Noto Serif SC"/>
              </a:rPr>
              <a:t>少即是多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1031443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B6F47"/>
                </a:solidFill>
                <a:latin typeface="PingFang SC"/>
              </a:rPr>
              <a:t>一张 slide 一个观点就够了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99815"/>
            <a:ext cx="365760" cy="365760"/>
          </a:xfrm>
          <a:prstGeom prst="ellipse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99815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F7F0"/>
                </a:solidFill>
                <a:latin typeface="Noto Serif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54096"/>
            <a:ext cx="10314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spc="18">
                <a:solidFill>
                  <a:srgbClr val="3E2E1F"/>
                </a:solidFill>
                <a:latin typeface="Noto Serif SC"/>
              </a:rPr>
              <a:t>色彩克制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65576"/>
            <a:ext cx="1031443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B6F47"/>
                </a:solidFill>
                <a:latin typeface="PingFang SC"/>
              </a:rPr>
              <a:t>超过 3 个颜色就像年夜饭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05072"/>
            <a:ext cx="365760" cy="365760"/>
          </a:xfrm>
          <a:prstGeom prst="ellipse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F7F0"/>
                </a:solidFill>
                <a:latin typeface="Noto Serif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10314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spc="18">
                <a:solidFill>
                  <a:srgbClr val="3E2E1F"/>
                </a:solidFill>
                <a:latin typeface="Noto Serif SC"/>
              </a:rPr>
              <a:t>字号有阶梯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70832"/>
            <a:ext cx="1031443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B6F47"/>
                </a:solidFill>
                <a:latin typeface="PingFang SC"/>
              </a:rPr>
              <a:t>从 hero 到 body 差 10 倍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F7F0"/>
                </a:solidFill>
                <a:latin typeface="Noto Serif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64608"/>
            <a:ext cx="10314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spc="18">
                <a:solidFill>
                  <a:srgbClr val="3E2E1F"/>
                </a:solidFill>
                <a:latin typeface="Noto Serif SC"/>
              </a:rPr>
              <a:t>留白是奢侈品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76088"/>
            <a:ext cx="1031443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B6F47"/>
                </a:solidFill>
                <a:latin typeface="PingFang SC"/>
              </a:rPr>
              <a:t>信息密度不是越高越好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815584"/>
            <a:ext cx="365760" cy="365760"/>
          </a:xfrm>
          <a:prstGeom prst="ellipse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155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F7F0"/>
                </a:solidFill>
                <a:latin typeface="Noto Serif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769864"/>
            <a:ext cx="10314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spc="18">
                <a:solidFill>
                  <a:srgbClr val="3E2E1F"/>
                </a:solidFill>
                <a:latin typeface="Noto Serif SC"/>
              </a:rPr>
              <a:t>字体少而精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6181344"/>
            <a:ext cx="1031443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B6F47"/>
                </a:solidFill>
                <a:latin typeface="PingFang SC"/>
              </a:rPr>
              <a:t>一套衬线 + 一套非衬线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3A28A"/>
                </a:solidFill>
                <a:latin typeface="PingFang SC"/>
              </a:rPr>
              <a:t>青岛火一五信息科技有限公司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735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3A28A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8">
                <a:solidFill>
                  <a:srgbClr val="9FAE8B"/>
                </a:solidFill>
                <a:latin typeface="PingFang SC"/>
              </a:rPr>
              <a:t>Tiny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3152" cy="502920"/>
          </a:xfrm>
          <a:prstGeom prst="rect">
            <a:avLst/>
          </a:prstGeom>
          <a:solidFill>
            <a:srgbClr val="9FA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6801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spc="32">
                <a:solidFill>
                  <a:srgbClr val="3E2E1F"/>
                </a:solidFill>
                <a:latin typeface="Noto Serif SC"/>
              </a:rPr>
              <a:t>一些小数据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08792" cy="7315"/>
          </a:xfrm>
          <a:prstGeom prst="rect">
            <a:avLst/>
          </a:prstGeom>
          <a:solidFill>
            <a:srgbClr val="F0E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03704"/>
            <a:ext cx="3392423" cy="3200400"/>
          </a:xfrm>
          <a:prstGeom prst="roundRect">
            <a:avLst/>
          </a:prstGeom>
          <a:solidFill>
            <a:srgbClr val="E8D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392423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044952"/>
            <a:ext cx="2788919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9FAE8B"/>
                </a:solidFill>
                <a:latin typeface="Noto Serif SC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867911"/>
            <a:ext cx="2788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E2E1F"/>
                </a:solidFill>
                <a:latin typeface="Noto Serif SC"/>
              </a:rPr>
              <a:t>笔记篇数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25112"/>
            <a:ext cx="27889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B3A28A"/>
                </a:solidFill>
                <a:latin typeface="PingFang SC"/>
              </a:rPr>
              <a:t>周更两年半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203704"/>
            <a:ext cx="3392423" cy="3200400"/>
          </a:xfrm>
          <a:prstGeom prst="roundRect">
            <a:avLst/>
          </a:prstGeom>
          <a:solidFill>
            <a:srgbClr val="E8D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2148840"/>
            <a:ext cx="3392423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3044952"/>
            <a:ext cx="2788919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9FAE8B"/>
                </a:solidFill>
                <a:latin typeface="Noto Serif SC"/>
              </a:rPr>
              <a:t>8.2k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867911"/>
            <a:ext cx="2788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E2E1F"/>
                </a:solidFill>
                <a:latin typeface="Noto Serif SC"/>
              </a:rPr>
              <a:t>收藏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4325112"/>
            <a:ext cx="27889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B3A28A"/>
                </a:solidFill>
                <a:latin typeface="PingFang SC"/>
              </a:rPr>
              <a:t>比赞还多的幸福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7" y="2203704"/>
            <a:ext cx="3392423" cy="3200400"/>
          </a:xfrm>
          <a:prstGeom prst="roundRect">
            <a:avLst/>
          </a:prstGeom>
          <a:solidFill>
            <a:srgbClr val="E8D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7" y="2148840"/>
            <a:ext cx="3392423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199" y="3044952"/>
            <a:ext cx="2788919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96">
                <a:solidFill>
                  <a:srgbClr val="9FAE8B"/>
                </a:solidFill>
                <a:latin typeface="Noto Serif SC"/>
              </a:rPr>
              <a:t>4.8★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3867911"/>
            <a:ext cx="2788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E2E1F"/>
                </a:solidFill>
                <a:latin typeface="Noto Serif SC"/>
              </a:rPr>
              <a:t>读者满意度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4325112"/>
            <a:ext cx="27889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B3A28A"/>
                </a:solidFill>
                <a:latin typeface="PingFang SC"/>
              </a:rPr>
              <a:t>留言互动数据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3A28A"/>
                </a:solidFill>
                <a:latin typeface="PingFang SC"/>
              </a:rPr>
              <a:t>青岛火一五信息科技有限公司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3A28A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015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00" b="1" spc="122">
                <a:solidFill>
                  <a:srgbClr val="3E2E1F"/>
                </a:solidFill>
                <a:latin typeface="Noto Serif SC"/>
              </a:rPr>
              <a:t>下期见啦。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1315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spc="24">
                <a:solidFill>
                  <a:srgbClr val="8B6F47"/>
                </a:solidFill>
                <a:latin typeface="Noto Serif SC"/>
              </a:rPr>
              <a:t>关注我，下一期讲配色。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3611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spc="65">
                <a:solidFill>
                  <a:srgbClr val="9FAE8B"/>
                </a:solidFill>
                <a:latin typeface="Noto Serif SC"/>
              </a:rPr>
              <a:t>小红书 @小路生活志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3A28A"/>
                </a:solidFill>
                <a:latin typeface="PingFang SC"/>
              </a:rPr>
              <a:t>爱你，mua 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